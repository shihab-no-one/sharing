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7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6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56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09-Oct-25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09-Oct-25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09-Oct-25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09-Oct-25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09-Oct-25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09-Oct-25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09-Oct-25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09-Oct-25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09-Oct-25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09-Oct-25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09-Oct-25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09-Oct-25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735111"/>
            <a:ext cx="6400800" cy="1477328"/>
          </a:xfrm>
        </p:spPr>
        <p:txBody>
          <a:bodyPr>
            <a:noAutofit/>
          </a:bodyPr>
          <a:lstStyle/>
          <a:p>
            <a:r>
              <a:rPr sz="4000" b="1" dirty="0">
                <a:solidFill>
                  <a:schemeClr val="tx2">
                    <a:lumMod val="75000"/>
                  </a:schemeClr>
                </a:solidFill>
              </a:rPr>
              <a:t>System Configuration &amp; Performance Evaluation Lab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B7A40D-E291-4B06-AD59-456100A1EB1D}"/>
              </a:ext>
            </a:extLst>
          </p:cNvPr>
          <p:cNvSpPr txBox="1"/>
          <p:nvPr/>
        </p:nvSpPr>
        <p:spPr>
          <a:xfrm>
            <a:off x="2300991" y="4002374"/>
            <a:ext cx="547140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dirty="0" err="1">
                <a:solidFill>
                  <a:schemeClr val="accent4">
                    <a:lumMod val="75000"/>
                  </a:schemeClr>
                </a:solidFill>
                <a:latin typeface="Book Antiqua" panose="02040602050305030304" pitchFamily="18" charset="0"/>
              </a:rPr>
              <a:t>Shobnom</a:t>
            </a:r>
            <a:r>
              <a:rPr lang="en-US" sz="2400" b="1" dirty="0">
                <a:solidFill>
                  <a:schemeClr val="accent4">
                    <a:lumMod val="7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en-US" sz="2400" b="1" dirty="0" err="1">
                <a:solidFill>
                  <a:schemeClr val="accent4">
                    <a:lumMod val="75000"/>
                  </a:schemeClr>
                </a:solidFill>
                <a:latin typeface="Book Antiqua" panose="02040602050305030304" pitchFamily="18" charset="0"/>
              </a:rPr>
              <a:t>Mushtary</a:t>
            </a:r>
            <a:endParaRPr lang="en-US" sz="2400" b="1" dirty="0">
              <a:solidFill>
                <a:schemeClr val="accent4">
                  <a:lumMod val="75000"/>
                </a:schemeClr>
              </a:solidFill>
              <a:latin typeface="Book Antiqua" panose="02040602050305030304" pitchFamily="18" charset="0"/>
            </a:endParaRPr>
          </a:p>
          <a:p>
            <a:pPr algn="r"/>
            <a:r>
              <a:rPr lang="en-US" sz="2400" b="1" dirty="0">
                <a:solidFill>
                  <a:schemeClr val="accent4">
                    <a:lumMod val="75000"/>
                  </a:schemeClr>
                </a:solidFill>
                <a:latin typeface="Book Antiqua" panose="02040602050305030304" pitchFamily="18" charset="0"/>
              </a:rPr>
              <a:t>Lecturer, CSE</a:t>
            </a:r>
          </a:p>
          <a:p>
            <a:pPr algn="r"/>
            <a:r>
              <a:rPr lang="en-US" sz="2400" b="1" dirty="0">
                <a:solidFill>
                  <a:schemeClr val="accent4">
                    <a:lumMod val="75000"/>
                  </a:schemeClr>
                </a:solidFill>
                <a:latin typeface="Book Antiqua" panose="02040602050305030304" pitchFamily="18" charset="0"/>
              </a:rPr>
              <a:t>Dhaka International University</a:t>
            </a:r>
          </a:p>
          <a:p>
            <a:pPr algn="r"/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693987"/>
            <a:ext cx="7772400" cy="1470025"/>
          </a:xfrm>
        </p:spPr>
        <p:txBody>
          <a:bodyPr/>
          <a:lstStyle/>
          <a:p>
            <a:r>
              <a:rPr dirty="0"/>
              <a:t>System Configuration</a:t>
            </a:r>
          </a:p>
        </p:txBody>
      </p:sp>
    </p:spTree>
    <p:extLst>
      <p:ext uri="{BB962C8B-B14F-4D97-AF65-F5344CB8AC3E}">
        <p14:creationId xmlns:p14="http://schemas.microsoft.com/office/powerpoint/2010/main" val="6157611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31837"/>
            <a:ext cx="8229600" cy="1143000"/>
          </a:xfrm>
        </p:spPr>
        <p:txBody>
          <a:bodyPr/>
          <a:lstStyle/>
          <a:p>
            <a:r>
              <a:rPr dirty="0"/>
              <a:t>What is System Configuration?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88564"/>
            <a:ext cx="8229600" cy="3652786"/>
          </a:xfrm>
        </p:spPr>
        <p:txBody>
          <a:bodyPr>
            <a:normAutofit/>
          </a:bodyPr>
          <a:lstStyle/>
          <a:p>
            <a:pPr>
              <a:defRPr sz="2000">
                <a:latin typeface="Calibri"/>
              </a:defRPr>
            </a:pPr>
            <a:r>
              <a:rPr sz="2400" dirty="0"/>
              <a:t>System Configuration refers to how the hardware and software components of a computer system are set up and managed.</a:t>
            </a:r>
          </a:p>
          <a:p>
            <a:pPr>
              <a:defRPr sz="2000">
                <a:latin typeface="Calibri"/>
              </a:defRPr>
            </a:pPr>
            <a:r>
              <a:rPr sz="2400" dirty="0"/>
              <a:t>It determines how the system behaves, performs, and interacts with applications.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084108"/>
            <a:ext cx="8229600" cy="1143000"/>
          </a:xfrm>
        </p:spPr>
        <p:txBody>
          <a:bodyPr>
            <a:normAutofit fontScale="90000"/>
          </a:bodyPr>
          <a:lstStyle/>
          <a:p>
            <a:r>
              <a:rPr dirty="0"/>
              <a:t>Importance of System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9448" y="2668249"/>
            <a:ext cx="7847351" cy="3457913"/>
          </a:xfrm>
        </p:spPr>
        <p:txBody>
          <a:bodyPr>
            <a:normAutofit/>
          </a:bodyPr>
          <a:lstStyle/>
          <a:p>
            <a:pPr>
              <a:defRPr sz="2000">
                <a:latin typeface="Calibri"/>
              </a:defRPr>
            </a:pPr>
            <a:r>
              <a:rPr sz="2400" dirty="0"/>
              <a:t>Ensures optimal system performance.</a:t>
            </a:r>
          </a:p>
          <a:p>
            <a:pPr>
              <a:defRPr sz="2000">
                <a:latin typeface="Calibri"/>
              </a:defRPr>
            </a:pPr>
            <a:r>
              <a:rPr sz="2400" dirty="0"/>
              <a:t>Improves resource utilization.</a:t>
            </a:r>
          </a:p>
          <a:p>
            <a:pPr>
              <a:defRPr sz="2000">
                <a:latin typeface="Calibri"/>
              </a:defRPr>
            </a:pPr>
            <a:r>
              <a:rPr sz="2400" dirty="0"/>
              <a:t>Helps in troubleshooting and system maintenance.</a:t>
            </a:r>
          </a:p>
          <a:p>
            <a:pPr>
              <a:defRPr sz="2000">
                <a:latin typeface="Calibri"/>
              </a:defRPr>
            </a:pPr>
            <a:r>
              <a:rPr sz="2400" dirty="0"/>
              <a:t>Supports efficient performance evaluation.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710420"/>
            <a:ext cx="8229600" cy="1143000"/>
          </a:xfrm>
        </p:spPr>
        <p:txBody>
          <a:bodyPr>
            <a:normAutofit fontScale="90000"/>
          </a:bodyPr>
          <a:lstStyle/>
          <a:p>
            <a:r>
              <a:rPr dirty="0"/>
              <a:t>Key Components of System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9448" y="2368445"/>
            <a:ext cx="7847351" cy="3757717"/>
          </a:xfrm>
        </p:spPr>
        <p:txBody>
          <a:bodyPr>
            <a:normAutofit/>
          </a:bodyPr>
          <a:lstStyle/>
          <a:p>
            <a:pPr>
              <a:defRPr sz="2000">
                <a:latin typeface="Calibri"/>
              </a:defRPr>
            </a:pPr>
            <a:r>
              <a:rPr sz="2800" dirty="0"/>
              <a:t>Hardware Configuration</a:t>
            </a:r>
          </a:p>
          <a:p>
            <a:pPr>
              <a:defRPr sz="2000">
                <a:latin typeface="Calibri"/>
              </a:defRPr>
            </a:pPr>
            <a:r>
              <a:rPr sz="2800" dirty="0"/>
              <a:t>Software Configuration</a:t>
            </a:r>
          </a:p>
          <a:p>
            <a:pPr>
              <a:defRPr sz="2000">
                <a:latin typeface="Calibri"/>
              </a:defRPr>
            </a:pPr>
            <a:r>
              <a:rPr sz="2800" dirty="0"/>
              <a:t>Operating System Configuration</a:t>
            </a:r>
          </a:p>
          <a:p>
            <a:pPr>
              <a:defRPr sz="2000">
                <a:latin typeface="Calibri"/>
              </a:defRPr>
            </a:pPr>
            <a:r>
              <a:rPr sz="2800" dirty="0"/>
              <a:t>Network Configuration</a:t>
            </a:r>
          </a:p>
          <a:p>
            <a:pPr>
              <a:defRPr sz="2000">
                <a:latin typeface="Calibri"/>
              </a:defRPr>
            </a:pPr>
            <a:r>
              <a:rPr sz="2800" dirty="0"/>
              <a:t>Security &amp; User Settings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010223"/>
            <a:ext cx="8229600" cy="1143000"/>
          </a:xfrm>
        </p:spPr>
        <p:txBody>
          <a:bodyPr/>
          <a:lstStyle/>
          <a:p>
            <a:r>
              <a:rPr dirty="0"/>
              <a:t>Hardware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9489" y="2374875"/>
            <a:ext cx="7907311" cy="3502883"/>
          </a:xfrm>
        </p:spPr>
        <p:txBody>
          <a:bodyPr>
            <a:normAutofit/>
          </a:bodyPr>
          <a:lstStyle/>
          <a:p>
            <a:pPr>
              <a:defRPr sz="2000">
                <a:latin typeface="Calibri"/>
              </a:defRPr>
            </a:pPr>
            <a:r>
              <a:rPr sz="2800" dirty="0"/>
              <a:t>Includes CPU, RAM, storage devices, cache, and input/output devices.</a:t>
            </a:r>
          </a:p>
          <a:p>
            <a:pPr>
              <a:defRPr sz="2000">
                <a:latin typeface="Calibri"/>
              </a:defRPr>
            </a:pPr>
            <a:r>
              <a:rPr sz="2800" dirty="0"/>
              <a:t>Configuration involves selecting proper hardware components and tuning BIOS/UEFI settings.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31837"/>
            <a:ext cx="8229600" cy="1059487"/>
          </a:xfrm>
        </p:spPr>
        <p:txBody>
          <a:bodyPr/>
          <a:lstStyle/>
          <a:p>
            <a:r>
              <a:rPr dirty="0"/>
              <a:t>Software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9548" y="2158584"/>
            <a:ext cx="7997252" cy="3967579"/>
          </a:xfrm>
        </p:spPr>
        <p:txBody>
          <a:bodyPr>
            <a:normAutofit/>
          </a:bodyPr>
          <a:lstStyle/>
          <a:p>
            <a:pPr>
              <a:defRPr sz="2000">
                <a:latin typeface="Calibri"/>
              </a:defRPr>
            </a:pPr>
            <a:r>
              <a:rPr sz="2800" dirty="0"/>
              <a:t>Installation and setup of required applications and services.</a:t>
            </a:r>
          </a:p>
          <a:p>
            <a:pPr>
              <a:defRPr sz="2000">
                <a:latin typeface="Calibri"/>
              </a:defRPr>
            </a:pPr>
            <a:r>
              <a:rPr sz="2800" dirty="0"/>
              <a:t>Configuring system libraries, dependencies, and environment variables.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74442"/>
            <a:ext cx="8229600" cy="1143000"/>
          </a:xfrm>
        </p:spPr>
        <p:txBody>
          <a:bodyPr/>
          <a:lstStyle/>
          <a:p>
            <a:r>
              <a:rPr dirty="0"/>
              <a:t>Operating System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13613"/>
            <a:ext cx="8229600" cy="4012550"/>
          </a:xfrm>
        </p:spPr>
        <p:txBody>
          <a:bodyPr>
            <a:normAutofit/>
          </a:bodyPr>
          <a:lstStyle/>
          <a:p>
            <a:pPr>
              <a:defRPr sz="2000">
                <a:latin typeface="Calibri"/>
              </a:defRPr>
            </a:pPr>
            <a:r>
              <a:rPr sz="2800" dirty="0"/>
              <a:t>Setting up partitions, file systems, and kernel parameters.</a:t>
            </a:r>
          </a:p>
          <a:p>
            <a:pPr>
              <a:defRPr sz="2000">
                <a:latin typeface="Calibri"/>
              </a:defRPr>
            </a:pPr>
            <a:r>
              <a:rPr sz="2800" dirty="0"/>
              <a:t>Managing system processes, scheduling, and memory allocation.</a:t>
            </a:r>
          </a:p>
          <a:p>
            <a:pPr>
              <a:defRPr sz="2000">
                <a:latin typeface="Calibri"/>
              </a:defRPr>
            </a:pPr>
            <a:r>
              <a:rPr sz="2800" dirty="0"/>
              <a:t>Example: tuning OS for multitasking or performance optimization.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74442"/>
            <a:ext cx="8229600" cy="1143000"/>
          </a:xfrm>
        </p:spPr>
        <p:txBody>
          <a:bodyPr/>
          <a:lstStyle/>
          <a:p>
            <a:r>
              <a:rPr dirty="0"/>
              <a:t>Network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48721"/>
            <a:ext cx="8229600" cy="4177442"/>
          </a:xfrm>
        </p:spPr>
        <p:txBody>
          <a:bodyPr>
            <a:normAutofit/>
          </a:bodyPr>
          <a:lstStyle/>
          <a:p>
            <a:pPr>
              <a:defRPr sz="2000">
                <a:latin typeface="Calibri"/>
              </a:defRPr>
            </a:pPr>
            <a:r>
              <a:rPr sz="2800" dirty="0"/>
              <a:t>Setting up IP addresses, routing, and DNS servers.</a:t>
            </a:r>
          </a:p>
          <a:p>
            <a:pPr>
              <a:defRPr sz="2000">
                <a:latin typeface="Calibri"/>
              </a:defRPr>
            </a:pPr>
            <a:r>
              <a:rPr sz="2800" dirty="0"/>
              <a:t>Configuring network interfaces and monitoring bandwidth.</a:t>
            </a:r>
          </a:p>
          <a:p>
            <a:pPr>
              <a:defRPr sz="2000">
                <a:latin typeface="Calibri"/>
              </a:defRPr>
            </a:pPr>
            <a:r>
              <a:rPr sz="2800" dirty="0"/>
              <a:t>Example: Adjusting TCP parameters for better throughput.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01167"/>
            <a:ext cx="8229600" cy="1143000"/>
          </a:xfrm>
        </p:spPr>
        <p:txBody>
          <a:bodyPr/>
          <a:lstStyle/>
          <a:p>
            <a:r>
              <a:rPr dirty="0"/>
              <a:t>Security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403240"/>
            <a:ext cx="8229600" cy="3352983"/>
          </a:xfrm>
        </p:spPr>
        <p:txBody>
          <a:bodyPr>
            <a:normAutofit/>
          </a:bodyPr>
          <a:lstStyle/>
          <a:p>
            <a:pPr>
              <a:defRPr sz="2000">
                <a:latin typeface="Calibri"/>
              </a:defRPr>
            </a:pPr>
            <a:r>
              <a:rPr sz="2800" dirty="0"/>
              <a:t>Setting up user accounts, permissions, and authentication methods.</a:t>
            </a:r>
          </a:p>
          <a:p>
            <a:pPr>
              <a:defRPr sz="2000">
                <a:latin typeface="Calibri"/>
              </a:defRPr>
            </a:pPr>
            <a:r>
              <a:rPr sz="2800" dirty="0"/>
              <a:t>Configuring firewalls and access control policies.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31837"/>
            <a:ext cx="8229600" cy="1143000"/>
          </a:xfrm>
        </p:spPr>
        <p:txBody>
          <a:bodyPr/>
          <a:lstStyle/>
          <a:p>
            <a:r>
              <a:rPr dirty="0"/>
              <a:t>System Configuration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4576" y="2263515"/>
            <a:ext cx="8042223" cy="3862648"/>
          </a:xfrm>
        </p:spPr>
        <p:txBody>
          <a:bodyPr>
            <a:normAutofit/>
          </a:bodyPr>
          <a:lstStyle/>
          <a:p>
            <a:pPr>
              <a:defRPr sz="2000">
                <a:latin typeface="Calibri"/>
              </a:defRPr>
            </a:pPr>
            <a:r>
              <a:rPr sz="2800" dirty="0"/>
              <a:t>Operating System utilities (Control Panel, Settings).</a:t>
            </a:r>
          </a:p>
          <a:p>
            <a:pPr>
              <a:defRPr sz="2000">
                <a:latin typeface="Calibri"/>
              </a:defRPr>
            </a:pPr>
            <a:r>
              <a:rPr sz="2800" dirty="0"/>
              <a:t>Linux commands like ifconfig, </a:t>
            </a:r>
            <a:r>
              <a:rPr sz="2800" dirty="0" err="1"/>
              <a:t>uname</a:t>
            </a:r>
            <a:r>
              <a:rPr sz="2800" dirty="0"/>
              <a:t>, </a:t>
            </a:r>
            <a:r>
              <a:rPr sz="2800" dirty="0" err="1"/>
              <a:t>lscpu</a:t>
            </a:r>
            <a:r>
              <a:rPr sz="2800" dirty="0"/>
              <a:t>, top, </a:t>
            </a:r>
            <a:r>
              <a:rPr sz="2800" dirty="0" err="1"/>
              <a:t>htop</a:t>
            </a:r>
            <a:r>
              <a:rPr sz="2800" dirty="0"/>
              <a:t>.</a:t>
            </a:r>
          </a:p>
          <a:p>
            <a:pPr>
              <a:defRPr sz="2000">
                <a:latin typeface="Calibri"/>
              </a:defRPr>
            </a:pPr>
            <a:r>
              <a:rPr sz="2800" dirty="0"/>
              <a:t>Configuration files such as /</a:t>
            </a:r>
            <a:r>
              <a:rPr sz="2800" dirty="0" err="1"/>
              <a:t>etc</a:t>
            </a:r>
            <a:r>
              <a:rPr sz="2800" dirty="0"/>
              <a:t>/</a:t>
            </a:r>
            <a:r>
              <a:rPr sz="2800" dirty="0" err="1"/>
              <a:t>fstab</a:t>
            </a:r>
            <a:r>
              <a:rPr sz="2800" dirty="0"/>
              <a:t>, /</a:t>
            </a:r>
            <a:r>
              <a:rPr sz="2800" dirty="0" err="1"/>
              <a:t>etc</a:t>
            </a:r>
            <a:r>
              <a:rPr sz="2800" dirty="0"/>
              <a:t>/network/interfaces.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20281"/>
            <a:ext cx="8229600" cy="1143000"/>
          </a:xfrm>
        </p:spPr>
        <p:txBody>
          <a:bodyPr/>
          <a:lstStyle/>
          <a:p>
            <a:r>
              <a:rPr dirty="0"/>
              <a:t>Environment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98426"/>
            <a:ext cx="8229600" cy="3727737"/>
          </a:xfrm>
        </p:spPr>
        <p:txBody>
          <a:bodyPr>
            <a:normAutofit/>
          </a:bodyPr>
          <a:lstStyle/>
          <a:p>
            <a:pPr>
              <a:defRPr sz="2000">
                <a:latin typeface="Calibri"/>
              </a:defRPr>
            </a:pPr>
            <a:r>
              <a:rPr sz="2800" dirty="0"/>
              <a:t>Variables that define system behavior and software execution paths.</a:t>
            </a:r>
          </a:p>
          <a:p>
            <a:pPr>
              <a:defRPr sz="2000">
                <a:latin typeface="Calibri"/>
              </a:defRPr>
            </a:pPr>
            <a:r>
              <a:rPr sz="2800" dirty="0"/>
              <a:t>Examples: PATH, HOME, JAVA_HOME, PYTHONPATH.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46138"/>
            <a:ext cx="8229600" cy="1143000"/>
          </a:xfrm>
        </p:spPr>
        <p:txBody>
          <a:bodyPr/>
          <a:lstStyle/>
          <a:p>
            <a:r>
              <a:rPr dirty="0"/>
              <a:t>Configuration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458387"/>
            <a:ext cx="8229600" cy="3667776"/>
          </a:xfrm>
        </p:spPr>
        <p:txBody>
          <a:bodyPr>
            <a:normAutofit/>
          </a:bodyPr>
          <a:lstStyle/>
          <a:p>
            <a:pPr>
              <a:defRPr sz="2000">
                <a:latin typeface="Calibri"/>
              </a:defRPr>
            </a:pPr>
            <a:r>
              <a:rPr sz="2800" dirty="0"/>
              <a:t>Process of maintaining consistency in system configuration across environments.</a:t>
            </a:r>
          </a:p>
          <a:p>
            <a:pPr>
              <a:defRPr sz="2000">
                <a:latin typeface="Calibri"/>
              </a:defRPr>
            </a:pPr>
            <a:r>
              <a:rPr sz="2800" dirty="0"/>
              <a:t>Tools: Ansible, Puppet, Chef, </a:t>
            </a:r>
            <a:r>
              <a:rPr sz="2800" dirty="0" err="1"/>
              <a:t>SaltStack</a:t>
            </a:r>
            <a:r>
              <a:rPr sz="2800" dirty="0"/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95429"/>
            <a:ext cx="8229600" cy="1143000"/>
          </a:xfrm>
        </p:spPr>
        <p:txBody>
          <a:bodyPr/>
          <a:lstStyle/>
          <a:p>
            <a:r>
              <a:rPr dirty="0"/>
              <a:t>Virtualization and Containers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18544"/>
            <a:ext cx="8229600" cy="3907619"/>
          </a:xfrm>
        </p:spPr>
        <p:txBody>
          <a:bodyPr>
            <a:normAutofit/>
          </a:bodyPr>
          <a:lstStyle/>
          <a:p>
            <a:pPr>
              <a:defRPr sz="2000">
                <a:latin typeface="Calibri"/>
              </a:defRPr>
            </a:pPr>
            <a:r>
              <a:rPr sz="2800" dirty="0"/>
              <a:t>Virtual Machines (e.g., VirtualBox, VMware) simulate complete systems.</a:t>
            </a:r>
          </a:p>
          <a:p>
            <a:pPr>
              <a:defRPr sz="2000">
                <a:latin typeface="Calibri"/>
              </a:defRPr>
            </a:pPr>
            <a:r>
              <a:rPr sz="2800" dirty="0"/>
              <a:t>Containers (e.g., Docker) isolate applications for efficient deployment.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35272"/>
            <a:ext cx="8229600" cy="1143000"/>
          </a:xfrm>
        </p:spPr>
        <p:txBody>
          <a:bodyPr/>
          <a:lstStyle/>
          <a:p>
            <a:r>
              <a:rPr dirty="0"/>
              <a:t>System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473377"/>
            <a:ext cx="8229600" cy="3652786"/>
          </a:xfrm>
        </p:spPr>
        <p:txBody>
          <a:bodyPr>
            <a:normAutofit/>
          </a:bodyPr>
          <a:lstStyle/>
          <a:p>
            <a:pPr>
              <a:defRPr sz="2000">
                <a:latin typeface="Calibri"/>
              </a:defRPr>
            </a:pPr>
            <a:r>
              <a:rPr sz="2800" dirty="0"/>
              <a:t>Observation of system metrics such as CPU usage, memory, and I/O.</a:t>
            </a:r>
          </a:p>
          <a:p>
            <a:pPr>
              <a:defRPr sz="2000">
                <a:latin typeface="Calibri"/>
              </a:defRPr>
            </a:pPr>
            <a:r>
              <a:rPr sz="2800" dirty="0"/>
              <a:t>Tools: top, </a:t>
            </a:r>
            <a:r>
              <a:rPr sz="2800" dirty="0" err="1"/>
              <a:t>htop</a:t>
            </a:r>
            <a:r>
              <a:rPr sz="2800" dirty="0"/>
              <a:t>, </a:t>
            </a:r>
            <a:r>
              <a:rPr sz="2800" dirty="0" err="1"/>
              <a:t>vmstat</a:t>
            </a:r>
            <a:r>
              <a:rPr sz="2800" dirty="0"/>
              <a:t>, </a:t>
            </a:r>
            <a:r>
              <a:rPr sz="2800" dirty="0" err="1"/>
              <a:t>iostat</a:t>
            </a:r>
            <a:r>
              <a:rPr sz="2800" dirty="0"/>
              <a:t>, perf.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31837"/>
            <a:ext cx="8229600" cy="1143000"/>
          </a:xfrm>
        </p:spPr>
        <p:txBody>
          <a:bodyPr/>
          <a:lstStyle/>
          <a:p>
            <a:r>
              <a:rPr dirty="0"/>
              <a:t>Performance Tuning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78505"/>
            <a:ext cx="8229600" cy="3847658"/>
          </a:xfrm>
        </p:spPr>
        <p:txBody>
          <a:bodyPr>
            <a:normAutofit/>
          </a:bodyPr>
          <a:lstStyle/>
          <a:p>
            <a:pPr>
              <a:defRPr sz="2000">
                <a:latin typeface="Calibri"/>
              </a:defRPr>
            </a:pPr>
            <a:r>
              <a:rPr sz="2800" dirty="0"/>
              <a:t>Adjusting configurations to improve response time and resource efficiency.</a:t>
            </a:r>
          </a:p>
          <a:p>
            <a:pPr>
              <a:defRPr sz="2000">
                <a:latin typeface="Calibri"/>
              </a:defRPr>
            </a:pPr>
            <a:r>
              <a:rPr sz="2800" dirty="0"/>
              <a:t>Examples: CPU affinity, cache tuning, and process scheduling.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25409"/>
            <a:ext cx="8229600" cy="1143000"/>
          </a:xfrm>
        </p:spPr>
        <p:txBody>
          <a:bodyPr/>
          <a:lstStyle/>
          <a:p>
            <a:r>
              <a:rPr dirty="0"/>
              <a:t>Common Configuration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9508" y="2263515"/>
            <a:ext cx="7937292" cy="3862648"/>
          </a:xfrm>
        </p:spPr>
        <p:txBody>
          <a:bodyPr>
            <a:normAutofit/>
          </a:bodyPr>
          <a:lstStyle/>
          <a:p>
            <a:pPr>
              <a:defRPr sz="2000">
                <a:latin typeface="Calibri"/>
              </a:defRPr>
            </a:pPr>
            <a:r>
              <a:rPr sz="2800" dirty="0"/>
              <a:t>Incompatible hardware or drivers.</a:t>
            </a:r>
          </a:p>
          <a:p>
            <a:pPr>
              <a:defRPr sz="2000">
                <a:latin typeface="Calibri"/>
              </a:defRPr>
            </a:pPr>
            <a:r>
              <a:rPr sz="2800" dirty="0"/>
              <a:t>Misconfigured environment variables.</a:t>
            </a:r>
          </a:p>
          <a:p>
            <a:pPr>
              <a:defRPr sz="2000">
                <a:latin typeface="Calibri"/>
              </a:defRPr>
            </a:pPr>
            <a:r>
              <a:rPr sz="2800" dirty="0"/>
              <a:t>Improper memory or storage allocation.</a:t>
            </a:r>
          </a:p>
          <a:p>
            <a:pPr>
              <a:defRPr sz="2000">
                <a:latin typeface="Calibri"/>
              </a:defRPr>
            </a:pPr>
            <a:r>
              <a:rPr sz="2800" dirty="0"/>
              <a:t>Network conflicts.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31837"/>
            <a:ext cx="8229600" cy="1143000"/>
          </a:xfrm>
        </p:spPr>
        <p:txBody>
          <a:bodyPr>
            <a:normAutofit/>
          </a:bodyPr>
          <a:lstStyle/>
          <a:p>
            <a:r>
              <a:rPr dirty="0"/>
              <a:t>Backup and Recovery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93495"/>
            <a:ext cx="8229600" cy="3832668"/>
          </a:xfrm>
        </p:spPr>
        <p:txBody>
          <a:bodyPr>
            <a:normAutofit/>
          </a:bodyPr>
          <a:lstStyle/>
          <a:p>
            <a:pPr>
              <a:defRPr sz="2000">
                <a:latin typeface="Calibri"/>
              </a:defRPr>
            </a:pPr>
            <a:r>
              <a:rPr sz="2800" dirty="0"/>
              <a:t>Setting up backup systems for configuration files and data.</a:t>
            </a:r>
          </a:p>
          <a:p>
            <a:pPr>
              <a:defRPr sz="2000">
                <a:latin typeface="Calibri"/>
              </a:defRPr>
            </a:pPr>
            <a:r>
              <a:rPr sz="2800" dirty="0"/>
              <a:t>Ensures system recovery during failure or corruption.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94166"/>
            <a:ext cx="8229600" cy="1143000"/>
          </a:xfrm>
        </p:spPr>
        <p:txBody>
          <a:bodyPr>
            <a:normAutofit/>
          </a:bodyPr>
          <a:lstStyle/>
          <a:p>
            <a:r>
              <a:rPr dirty="0"/>
              <a:t>Documentation of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608289"/>
            <a:ext cx="8229600" cy="3517874"/>
          </a:xfrm>
        </p:spPr>
        <p:txBody>
          <a:bodyPr>
            <a:normAutofit/>
          </a:bodyPr>
          <a:lstStyle/>
          <a:p>
            <a:pPr>
              <a:defRPr sz="2000">
                <a:latin typeface="Calibri"/>
              </a:defRPr>
            </a:pPr>
            <a:r>
              <a:rPr sz="2800" dirty="0"/>
              <a:t>Maintaining records of all settings and versions.</a:t>
            </a:r>
          </a:p>
          <a:p>
            <a:pPr>
              <a:defRPr sz="2000">
                <a:latin typeface="Calibri"/>
              </a:defRPr>
            </a:pPr>
            <a:r>
              <a:rPr sz="2800" dirty="0"/>
              <a:t>Helps in debugging and reproducing experiments.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55390"/>
            <a:ext cx="8229600" cy="1143000"/>
          </a:xfrm>
        </p:spPr>
        <p:txBody>
          <a:bodyPr/>
          <a:lstStyle/>
          <a:p>
            <a:r>
              <a:rPr dirty="0"/>
              <a:t>System Configuration in Labs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38466"/>
            <a:ext cx="8229600" cy="3787697"/>
          </a:xfrm>
        </p:spPr>
        <p:txBody>
          <a:bodyPr>
            <a:normAutofit/>
          </a:bodyPr>
          <a:lstStyle/>
          <a:p>
            <a:pPr>
              <a:defRPr sz="2000">
                <a:latin typeface="Calibri"/>
              </a:defRPr>
            </a:pPr>
            <a:r>
              <a:rPr sz="2800" dirty="0"/>
              <a:t>Hands-on practice with Linux-based configuration tasks.</a:t>
            </a:r>
          </a:p>
          <a:p>
            <a:pPr>
              <a:defRPr sz="2000">
                <a:latin typeface="Calibri"/>
              </a:defRPr>
            </a:pPr>
            <a:r>
              <a:rPr sz="2800" dirty="0"/>
              <a:t>Experimenting with CPU, memory, and network parameter changes.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857500"/>
            <a:ext cx="8229600" cy="1143000"/>
          </a:xfrm>
        </p:spPr>
        <p:txBody>
          <a:bodyPr/>
          <a:lstStyle/>
          <a:p>
            <a:r>
              <a:rPr b="1" dirty="0">
                <a:solidFill>
                  <a:srgbClr val="0070C0"/>
                </a:solidFill>
                <a:latin typeface="Californian FB" panose="0207040306080B030204" pitchFamily="18" charset="0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</TotalTime>
  <Words>492</Words>
  <Application>Microsoft Office PowerPoint</Application>
  <PresentationFormat>On-screen Show (4:3)</PresentationFormat>
  <Paragraphs>70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Book Antiqua</vt:lpstr>
      <vt:lpstr>Calibri</vt:lpstr>
      <vt:lpstr>Californian FB</vt:lpstr>
      <vt:lpstr>Office Theme</vt:lpstr>
      <vt:lpstr>PowerPoint Presentation</vt:lpstr>
      <vt:lpstr>System Configuration</vt:lpstr>
      <vt:lpstr>What is System Configuration?</vt:lpstr>
      <vt:lpstr>Importance of System Configuration</vt:lpstr>
      <vt:lpstr>Key Components of System Configuration</vt:lpstr>
      <vt:lpstr>Hardware Configuration</vt:lpstr>
      <vt:lpstr>Software Configuration</vt:lpstr>
      <vt:lpstr>Operating System Configuration</vt:lpstr>
      <vt:lpstr>Network Configuration</vt:lpstr>
      <vt:lpstr>Security Configuration</vt:lpstr>
      <vt:lpstr>System Configuration Tools</vt:lpstr>
      <vt:lpstr>Environment Variables</vt:lpstr>
      <vt:lpstr>Configuration Management</vt:lpstr>
      <vt:lpstr>Virtualization and Containers</vt:lpstr>
      <vt:lpstr>System Monitoring</vt:lpstr>
      <vt:lpstr>Performance Tuning Basics</vt:lpstr>
      <vt:lpstr>Common Configuration Issues</vt:lpstr>
      <vt:lpstr>Backup and Recovery Configuration</vt:lpstr>
      <vt:lpstr>Documentation of Configuration</vt:lpstr>
      <vt:lpstr>System Configuration in Labs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shobnommushtary01@gmail.com</cp:lastModifiedBy>
  <cp:revision>4</cp:revision>
  <dcterms:created xsi:type="dcterms:W3CDTF">2013-01-27T09:14:16Z</dcterms:created>
  <dcterms:modified xsi:type="dcterms:W3CDTF">2025-10-09T07:35:50Z</dcterms:modified>
  <cp:category/>
</cp:coreProperties>
</file>
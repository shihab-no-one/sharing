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4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C0446-DFC6-470D-93B4-4D5857DB30D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6E447-16E0-421A-B51E-DE68573689C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Linux setup &amp; Performance Tuning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79875"/>
            <a:ext cx="6858000" cy="1655762"/>
          </a:xfrm>
        </p:spPr>
        <p:txBody>
          <a:bodyPr/>
          <a:lstStyle/>
          <a:p>
            <a:r>
              <a:rPr lang="en-US" dirty="0" err="1"/>
              <a:t>Shobnom</a:t>
            </a:r>
            <a:r>
              <a:rPr lang="en-US" dirty="0"/>
              <a:t> </a:t>
            </a:r>
            <a:r>
              <a:rPr lang="en-US" dirty="0" err="1"/>
              <a:t>Mushtary</a:t>
            </a:r>
            <a:endParaRPr lang="en-US" dirty="0"/>
          </a:p>
          <a:p>
            <a:r>
              <a:rPr lang="en-US" dirty="0"/>
              <a:t>Lecturer, CSE</a:t>
            </a:r>
            <a:endParaRPr lang="en-US" dirty="0"/>
          </a:p>
          <a:p>
            <a:r>
              <a:rPr lang="en-US" dirty="0"/>
              <a:t>Dhaka International University (DIU)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200" y="956604"/>
            <a:ext cx="8204379" cy="4393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61" y="407964"/>
            <a:ext cx="8841677" cy="40777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6127"/>
          <a:stretch>
            <a:fillRect/>
          </a:stretch>
        </p:blipFill>
        <p:spPr>
          <a:xfrm>
            <a:off x="483542" y="4738910"/>
            <a:ext cx="8176913" cy="1025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75" y="582637"/>
            <a:ext cx="8904849" cy="28463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/>
          <a:srcRect r="30843" b="29331"/>
          <a:stretch>
            <a:fillRect/>
          </a:stretch>
        </p:blipFill>
        <p:spPr>
          <a:xfrm>
            <a:off x="571253" y="1631852"/>
            <a:ext cx="8001494" cy="4684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253" y="295422"/>
            <a:ext cx="80014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effectLst/>
                <a:latin typeface="Arial-BoldMT"/>
              </a:rPr>
              <a:t>Lab Exercise 1: </a:t>
            </a:r>
            <a:r>
              <a:rPr lang="en-US" sz="3200" dirty="0">
                <a:solidFill>
                  <a:srgbClr val="00B050"/>
                </a:solidFill>
                <a:effectLst/>
                <a:latin typeface="Arial-BoldMT"/>
              </a:rPr>
              <a:t>Basic Timing with </a:t>
            </a:r>
            <a:r>
              <a:rPr lang="en-US" sz="3200" dirty="0" err="1">
                <a:solidFill>
                  <a:srgbClr val="00B050"/>
                </a:solidFill>
                <a:effectLst/>
                <a:latin typeface="Arial-BoldMT"/>
              </a:rPr>
              <a:t>clock_gettime</a:t>
            </a:r>
            <a:r>
              <a:rPr lang="en-US" sz="3200" dirty="0">
                <a:solidFill>
                  <a:srgbClr val="00B050"/>
                </a:solidFill>
                <a:effectLst/>
                <a:latin typeface="Arial-BoldMT"/>
              </a:rPr>
              <a:t>()</a:t>
            </a:r>
            <a:endParaRPr lang="en-US" sz="32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084" y="2754423"/>
            <a:ext cx="6453831" cy="37753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6092" y="618978"/>
            <a:ext cx="4586068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 </a:t>
            </a:r>
            <a:r>
              <a:rPr lang="en-US" altLang="en-US" dirty="0">
                <a:latin typeface="Arial Unicode MS"/>
              </a:rPr>
              <a:t>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ave the file and Exit: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Ctrl + 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Enter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Ctrl + X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92558" y="2099634"/>
            <a:ext cx="2915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effectLst/>
                <a:latin typeface="Arial-BoldMT"/>
              </a:rPr>
              <a:t>Compile and Run</a:t>
            </a:r>
            <a:endParaRPr lang="en-US" sz="2400" dirty="0"/>
          </a:p>
        </p:txBody>
      </p:sp>
      <p:sp>
        <p:nvSpPr>
          <p:cNvPr id="2" name="Text Box 1"/>
          <p:cNvSpPr txBox="1"/>
          <p:nvPr/>
        </p:nvSpPr>
        <p:spPr>
          <a:xfrm>
            <a:off x="4722495" y="875030"/>
            <a:ext cx="4113530" cy="11220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900" b="1">
                <a:solidFill>
                  <a:srgbClr val="000000"/>
                </a:solidFill>
                <a:latin typeface="Arial-BoldMT"/>
                <a:ea typeface="Arial-BoldMT"/>
              </a:rPr>
              <a:t>Questions to Answer </a:t>
            </a:r>
            <a:endParaRPr sz="1900" b="1">
              <a:solidFill>
                <a:srgbClr val="000000"/>
              </a:solidFill>
              <a:latin typeface="Arial-BoldMT"/>
              <a:ea typeface="Arial-BoldMT"/>
            </a:endParaRPr>
          </a:p>
          <a:p>
            <a:r>
              <a:rPr sz="160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1. What time did you get? </a:t>
            </a:r>
            <a:endParaRPr sz="1600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  <a:p>
            <a:r>
              <a:rPr sz="160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2. Run the program 5 times. Do you get consistent results?</a:t>
            </a:r>
            <a:endParaRPr sz="1600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379" y="348517"/>
            <a:ext cx="8290268" cy="3238744"/>
          </a:xfrm>
        </p:spPr>
        <p:txBody>
          <a:bodyPr/>
          <a:lstStyle/>
          <a:p>
            <a:r>
              <a:rPr lang="en-US" dirty="0"/>
              <a:t>Modify your code to test different clock types: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 Try these different clocks:</a:t>
            </a:r>
            <a:endParaRPr lang="en-US" dirty="0"/>
          </a:p>
          <a:p>
            <a:pPr lvl="1"/>
            <a:r>
              <a:rPr lang="en-US" dirty="0" err="1"/>
              <a:t>clock_gettime</a:t>
            </a:r>
            <a:r>
              <a:rPr lang="en-US" dirty="0"/>
              <a:t>(CLOCK_MONOTONIC, &amp;start); // Standard choice</a:t>
            </a:r>
            <a:endParaRPr lang="en-US" dirty="0"/>
          </a:p>
          <a:p>
            <a:pPr lvl="1"/>
            <a:r>
              <a:rPr lang="en-US" dirty="0" err="1"/>
              <a:t>clock_gettime</a:t>
            </a:r>
            <a:r>
              <a:rPr lang="en-US" dirty="0"/>
              <a:t>(CLOCK_MONOTONIC_RAW, &amp;start); // No NTP adjustments</a:t>
            </a:r>
            <a:endParaRPr lang="en-US" dirty="0"/>
          </a:p>
          <a:p>
            <a:pPr lvl="1"/>
            <a:r>
              <a:rPr lang="en-US" dirty="0" err="1"/>
              <a:t>clock_gettime</a:t>
            </a:r>
            <a:r>
              <a:rPr lang="en-US" dirty="0"/>
              <a:t>(CLOCK_PROCESS_CPUTIME_ID, &amp;start); // CPU time only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370" y="3638501"/>
            <a:ext cx="4243143" cy="28709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022" y="3627462"/>
            <a:ext cx="3857625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514" y="925292"/>
            <a:ext cx="8290268" cy="973846"/>
          </a:xfrm>
        </p:spPr>
        <p:txBody>
          <a:bodyPr/>
          <a:lstStyle/>
          <a:p>
            <a:pPr lvl="1"/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clock_gettime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(CLOCK_MONOTONIC_RAW, &amp;start); // No NTP adjustments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244" y="2158289"/>
            <a:ext cx="5773462" cy="37744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583" y="696351"/>
            <a:ext cx="8290268" cy="903508"/>
          </a:xfrm>
        </p:spPr>
        <p:txBody>
          <a:bodyPr/>
          <a:lstStyle/>
          <a:p>
            <a:pPr lvl="1"/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clock_gettime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(CLOCK_PROCESS_CPUTIME_ID, &amp;start); // CPU time only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153" y="1599564"/>
            <a:ext cx="5567613" cy="41379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231265" y="5915025"/>
            <a:ext cx="705802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>
                <a:solidFill>
                  <a:srgbClr val="000000"/>
                </a:solidFill>
                <a:latin typeface="Arial-BoldMT"/>
                <a:ea typeface="Arial-BoldMT"/>
              </a:rPr>
              <a:t>Question: </a:t>
            </a:r>
            <a:r>
              <a:rPr sz="160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Which clock type gives you the most consistent results for performance measurement?</a:t>
            </a:r>
            <a:endParaRPr sz="1600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66218"/>
            <a:ext cx="7886700" cy="1325563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THANK YOU</a:t>
            </a:r>
            <a:endParaRPr lang="en-US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812</Words>
  <Application>WPS Presentation</Application>
  <PresentationFormat>On-screen Show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Arial-BoldMT</vt:lpstr>
      <vt:lpstr>Siyam Rupali</vt:lpstr>
      <vt:lpstr>Arial Unicode MS</vt:lpstr>
      <vt:lpstr>Algerian</vt:lpstr>
      <vt:lpstr>Calibri Light</vt:lpstr>
      <vt:lpstr>Calibri</vt:lpstr>
      <vt:lpstr>Microsoft YaHei</vt:lpstr>
      <vt:lpstr>Arial Unicode MS</vt:lpstr>
      <vt:lpstr>Arial</vt:lpstr>
      <vt:lpstr>Office Theme</vt:lpstr>
      <vt:lpstr>Linux setup &amp; Performance Tuning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shobnommushtary01@gmail.com</dc:creator>
  <cp:lastModifiedBy>Tasfia</cp:lastModifiedBy>
  <cp:revision>5</cp:revision>
  <dcterms:created xsi:type="dcterms:W3CDTF">2025-11-04T06:00:00Z</dcterms:created>
  <dcterms:modified xsi:type="dcterms:W3CDTF">2025-11-06T12:44:19Z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90A5C1AA4B184A28B5B4674C370EB206_12</vt:lpwstr>
  </property>
  <property fmtid="{D5CDD505-2E9C-101B-9397-08002B2CF9AE}" pid="3" name="KSOProductBuildVer">
    <vt:lpwstr>1033-12.2.0.23131</vt:lpwstr>
  </property>
</Properties>
</file>